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0152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FFFFFF"/>
                </a:solidFill>
              </a:defRPr>
            </a:pPr>
            <a:r>
              <a:t>ABU-SSO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10896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C8E6C9"/>
                </a:solidFill>
              </a:defRPr>
            </a:pPr>
            <a:r>
              <a:t>Unified Single Sign-On &amp; Digital Campus Wallet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846320"/>
            <a:ext cx="10360152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Idris Muhammad Abubakar  •  P25EGCP9003</a:t>
            </a:r>
          </a:p>
          <a:p>
            <a:pPr algn="ctr">
              <a:defRPr sz="1600">
                <a:solidFill>
                  <a:srgbClr val="C8E6C9"/>
                </a:solidFill>
              </a:defRPr>
            </a:pPr>
            <a:r>
              <a:t>COEN838 — Advanced Software Engineering  •  November 2026</a:t>
            </a:r>
          </a:p>
          <a:p>
            <a:pPr algn="ctr">
              <a:defRPr sz="1600">
                <a:solidFill>
                  <a:srgbClr val="C8E6C9"/>
                </a:solidFill>
              </a:defRPr>
            </a:pPr>
            <a:r>
              <a:t>abu-sso.onrender.com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908792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i="1">
                <a:solidFill>
                  <a:srgbClr val="555555"/>
                </a:solidFill>
              </a:defRPr>
            </a:pPr>
            <a:r>
              <a:t>Fragmented digital identity at Ahmadu Bello University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• Students juggle 6 separate credentials: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•   Portal · LMS · Wi-Fi · Library · Hostel · Results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• Passwords forgotten, reused, or shared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• ABU ICT flooded with password-reset requests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• Identity duplicated across systems — violates the 'once-only' principle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• Result: security risk + productivity loss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The Goal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908792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• One login → all campus services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• Digital ID card with QR code for physical access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• Campus wallet for cashless payments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• Admin-managed account provisioning (matches real ABU workflow)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• Open REST API so any campus service can trust one identity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908792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• In scope: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•   • Authentication (matric-based login)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•   • Role-based access control (student / staff / admin)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•   • Digital ID card + wallet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•   • Admin panel + 6 distributed SSO services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• Out of scope: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•   • Real payment gateway, native mobile apps, biometrics, real ABU ERP integration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Requirements Engineering (Module I)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908792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• 19 Functional Requirements (FR-01 → FR-19)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• 13 Non-Functional Requirements (NFR-01 → NFR-13)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• Elicitation: interviews + ethnography + document analysis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• UML: use case, sequence, and class diagrams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• Requirements Traceability Matrix links every FR → design → code → test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UML Diagrams</a:t>
            </a:r>
          </a:p>
        </p:txBody>
      </p:sp>
      <p:pic>
        <p:nvPicPr>
          <p:cNvPr id="5" name="Picture 4" descr="use_c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463040"/>
            <a:ext cx="3453384" cy="4030525"/>
          </a:xfrm>
          <a:prstGeom prst="rect">
            <a:avLst/>
          </a:prstGeom>
        </p:spPr>
      </p:pic>
      <p:pic>
        <p:nvPicPr>
          <p:cNvPr id="6" name="Picture 5" descr="sequence_log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7784" y="1463040"/>
            <a:ext cx="3453384" cy="2948270"/>
          </a:xfrm>
          <a:prstGeom prst="rect">
            <a:avLst/>
          </a:prstGeom>
        </p:spPr>
      </p:pic>
      <p:pic>
        <p:nvPicPr>
          <p:cNvPr id="7" name="Picture 6" descr="class_mode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5488" y="1463040"/>
            <a:ext cx="3453384" cy="485086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5760720"/>
            <a:ext cx="1090879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>
                <a:solidFill>
                  <a:srgbClr val="555555"/>
                </a:solidFill>
              </a:defRPr>
            </a:pPr>
            <a:r>
              <a:t>Use Case · Sequence (login) · Class diagram — see docs/diagrams/ for details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Architecture — Distributed SSO (Module III)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908792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• Modular monolith IdP + 6 independent microservices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• IdP: FastAPI + SQLAlchemy + PostgreSQL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• Each service verifies JWT by calling IdP's /auth/me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• No shared session · No shared database · Stateless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• Deployed as 7 Render web services + Neon PostgreSQL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Data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908792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• users  —  id, email, password_hash, matric_no (UNIQUE), role, is_active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• wallets  —  id, user_id (FK, UNIQUE), balance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• transactions  —  id, wallet_id (FK), amount, type, description, created_at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• UUID primary keys · NUMERIC(10,2) for money · cascade delete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Security Engineering (Module IV)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908792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i="1">
                <a:solidFill>
                  <a:srgbClr val="555555"/>
                </a:solidFill>
              </a:defRPr>
            </a:pPr>
            <a:r>
              <a:t>Defence-in-depth: authentication + authorization + input validation + secret management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• STRIDE threat model applied to every component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• bcrypt password hashing (cost ≥ 12)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• JWT (HS256) · 15-min expiry · ≥32-byte secret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• Role-Based Access Control via reusable middleware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• Bootstrap-only registration — no public self-registration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• Bandit SAST: 0 findings across 772 lines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Known Limitation — Token Transport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908792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i="1">
                <a:solidFill>
                  <a:srgbClr val="555555"/>
                </a:solidFill>
              </a:defRPr>
            </a:pPr>
            <a:r>
              <a:t>Explicit limitation, not an oversight — production path documented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• Current prototype: JWT passed via URL query param (?token=...)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• Why: simplest cross-origin demo between 7 services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• Risk: URLs leak via browser history, referrer headers, server logs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• Status: acknowledged in docs/SECURITY.md as prototype-only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• Production design: Backend-for-Frontend (BFF) pattern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•   • Frontend never sees the JWT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•   • Token stored in HttpOnly cookie managed by BFF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•   • Or OIDC with short-lived authorization codes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Authentication &amp; Authorization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908792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• 1. User submits matric + password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• 2. bcrypt verifies password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• 3. IdP issues signed JWT (sub, iat, exp)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• 4. Client stores token, sends as Bearer header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• 5. Protected routes call Depends(get_current_user)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• 6. Admin routes call Depends(require_role('admin'))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• 7. Non-admins get HTTP 403 Forbidden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Testing &amp; Quality Assurance (Module II)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908792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• 121 automated tests across 4 layers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•   • 7 unit  · 51 service  · 21 integration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•   • 37 authorization matrix (RBAC coverage)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•   • 5 system (Playwright browser-driven E2E)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• 96% line coverage (target: 70%)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• Bandit SAST: 0 findings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• GitHub Actions CI on every push — ~50s runtime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Authorization Matrix — Live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908792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• 6 authenticated endpoints × 401 without token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• 6 admin endpoints × 401 without token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• 6 admin endpoints × 403 for student role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• 6 admin endpoints × 403 for staff role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• 6 mock services × 401 without token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• 6 mock services × reject invalid token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Continuous Integration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908792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• GitHub Actions on every push to main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• Job 1: unit + service + integration (116 tests)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• Job 2: E2E Playwright (5 tests)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• Avg runtime: ~50 seconds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• Red build blocks merge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• Auto-deploy to Render on green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UI Overview — What Users See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908792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• Login page:  matric + password form (no email)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• Dashboard: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•   • Welcome banner (name, role, matric)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•   • Campus wallet (balance + recent transactions)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•   • Digital ID card + QR code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•   • Six service cards — one login opens each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• Admin panel:  user list, create-user form, role changer, activate/deactivate, wallet top-up, system stats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Live Demonstration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908792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• https://abu-sso.onrender.com/login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• Login: ADMIN/001 / admin123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• Dashboard shows wallet, QR ID card, 6 service cards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• Click any service → opens independently authenticated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• Six services deployed on separate URLs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Demo Access — Live URLs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908792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• Identity Provider:  abu-sso.onrender.com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• Portal:  abu-sso-portal.onrender.com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• LMS:  abu-sso-lms.onrender.com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• Library:  abu-sso-library.onrender.com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• Hostel:  abu-sso-hostel.onrender.com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• Wi-Fi:  abu-sso-wifi.onrender.com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• Result Checker:  abu-sso-results.onrender.com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• Admin login:  ADMIN/001  /  admin123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Implementation Stats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908792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• 17 API endpoints in the IdP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• 6 distributed SSO microservices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• 121 automated tests · 96% coverage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• 0 SAST findings (Bandit)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• 12 engineering documents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• Deployed: Render (7 web services) + Neon PostgreSQL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Risk Register (Module V)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908792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• R1: JWT secret leak → .env, rotation, ≥32-byte key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• R2: Weak passwords → enforced min length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• R3: SQLite concurrency → documented PostgreSQL migration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• R4: Deadline overrun → Agile increments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• R5: Exam-day network → offline backup + recording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• R6: Dependency CVE → monthly pip-audit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• R7: Unauthorized data access → get_current_user scoping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• R8: Render cold start → documented + 30s warm-up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Maintenance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908792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• Corrective  20%  — bug fixes, CVE patches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• Adaptive    20%  — new Python, OIDC, browser support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• Perfective  50%  — audit log, rate limiting, mobile UI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• Preventive  10%  — pip-audit, refactor, secret rotation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• Quality gates: 121 tests + 70% coverage + Bandit clean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Documentation Delivered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908792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• SRS  ·  RTM  ·  Design  ·  Security  ·  Technical Report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• Test Results  ·  User Manual  ·  Risk &amp; Maintenance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• Presentation Guide  ·  AI Use Declaration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• 3 UML diagrams (use case, sequence, class)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• All PDFs generated for hard-copy submission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AI Use Declaration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908792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• Full disclosure in docs/AI_USE_DECLARATION.md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• AI used as: conversational coding tutor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•   • Environment setup · error explanation · pattern suggestions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• All engineering decisions are the candidate's own: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•   • Architecture · testing strategy · deployment · documentation narrative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• Every AI-suggested fix verified by running the code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• No AI used during timed assessments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Lessons Learned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908792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• Iteration beats planning — features added incrementally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• Tests pay for themselves — caught real bugs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• Automate CI early — saves hours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• Documentation forces clarity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• Security is a process — Bandit found issues, bootstrap pattern closed a real vulnerability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• Cloud complexity is manageable — Render + Neon both free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Future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908792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• OIDC / OpenID Connect with RS256 asymmetric keys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• Audit log table for admin actions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• Rate limiting via slowapi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• Refresh tokens for better UX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• Real payment gateway integration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• Native mobile app reusing the same API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908792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• Delivered a complete, deployed, tested SSO system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• 19/19 functional requirements implemented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• 121 automated tests · 96% coverage · 0 SAST findings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• 6 distributed microservices prove real SSO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• Live on the public internet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• Ready for examination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60152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>
                <a:solidFill>
                  <a:srgbClr val="C8E6C9"/>
                </a:solidFill>
              </a:defRPr>
            </a:pPr>
            <a:r>
              <a:t>Questions?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48640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C8E6C9"/>
                </a:solidFill>
              </a:defRPr>
            </a:pPr>
            <a:r>
              <a:t>github.com/idrismakr-png/abu-sso  •  abu-sso.onrender.com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